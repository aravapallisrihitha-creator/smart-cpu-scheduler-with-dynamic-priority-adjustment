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CPU SCHEDULER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Dynamic Priority Adjustment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91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Geethika  –  2520030056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Hasini  –  2520030102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Srihitha  –  2520030566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scheduler decides which ready process runs next.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scheduling improves CPU utilization, throughput and response time.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Static-priority schedulers never change a process’s priority once assigned.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scheduler adapts priorities at runtime based on process behaviour.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Mapping: COs Used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as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space vs kernel space, system calls and kernel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is a kernel service; user programs influence it through system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abstraction, lifecycle and state transitions, user-level process scheduling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of the project: the scheduler moves processes between ready, running and waiting states and picks the next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/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and asynchronous notifications, signal handlers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timer signal can mark the end of a time quantum in a 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memory allocation in Linux, process address space layout, copy-on-write and process creation, memory debugging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PCBs and queue nodes are allocated dynamically (malloc/free); fork creates processes; Valgrind checks for leaks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I/O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file I/O system calls, file descriptors, buffered and unbuffered I/O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input (arrival and burst times) is read from a file and scheduling logs and results are written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conditions and shared data, mutual exclusion using mutexes, deadlocks and concurrency hazards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ready queue and priority table are shared data; updates need mutexes. Aging prevents starvation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Starvation: low-priority processes may wait indefinitely.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response time for interactive (I/O-bound) processes.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effect: long CPU-bound jobs delay short ones.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static algorithm (FCFS, SJF, Priority, RR) fits all workloads.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scheduler that stays fair, responsive and efficient by adjusting priorities dynamically.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Priority Adjustment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rises as a process waits in the ready queue → prevents starvation.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Penalty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drops for processes that use their full time quantum (CPU-bound).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Boost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rises for processes that block early for I/O (interactive).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Priority = Base Priority + Aging Bonus + I/O Boost − CPU Burst Penalty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Scheduler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 enters ready queue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48840" y="15087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base priority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0" y="15087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highest-priority process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15087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one time quantum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15087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priorities of all processes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process is unfinished it returns to the ready queue; finished or blocked processes leave. The cycle repeats until all processes complete.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Classic Algorithms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(static)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Dynamic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high 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Adapts at runtime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3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starvation through aging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response for interactive tasks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CPU- and I/O-bound workloads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changing system load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457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7830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overhead recalculating priorities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aging and boost parameters is tricky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implement and debug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harder to predict than static schemes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priorities cannot handle varied, changing workloads.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adjustment (aging, burst penalty, I/O boost) keeps the system fair and responsive.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is practical for general-purpose and interactive operating systems.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3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machine-learning-based burst prediction and multi-core support.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CPU Scheduler with Dynamic Priority Adjustment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Geethika  |  T. Hasini  |  A. Srihitha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CPU Scheduler with Dynamic Priority Adjustment</dc:title>
  <dc:subject>PptxGenJS Presentation</dc:subject>
  <dc:creator>PptxGenJS</dc:creator>
  <cp:lastModifiedBy>PptxGenJS</cp:lastModifiedBy>
  <cp:revision>1</cp:revision>
  <dcterms:created xsi:type="dcterms:W3CDTF">2026-10-17T05:47:49Z</dcterms:created>
  <dcterms:modified xsi:type="dcterms:W3CDTF">2026-10-17T05:47:49Z</dcterms:modified>
</cp:coreProperties>
</file>